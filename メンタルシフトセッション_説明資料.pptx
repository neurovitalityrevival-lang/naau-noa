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0" y="274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Na'au Noa | Mental Shift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潜在意識が変われば、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すべてが変わる。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意識・無意識・NLP・メンタルシフトの仕組みを知る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4114800" cy="502920"/>
          </a:xfrm>
          <a:prstGeom prst="rect">
            <a:avLst/>
          </a:prstGeom>
          <a:solidFill>
            <a:srgbClr val="B8976A"/>
          </a:solidFill>
          <a:ln w="12700">
            <a:solidFill>
              <a:srgbClr val="B897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小松 大将 / DAISUKE KOMATSU  ｜  米国統合心理学協会（AIP）認定メンタルシフトコーチ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意識と無意識（潜在意識）のちがい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7947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794760" cy="109728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意識（顕在意識）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人間の思考・行動を支配している割合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3246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03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論理的な思考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意図した行動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言葉で表現できること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960120"/>
            <a:ext cx="3794760" cy="3794760"/>
          </a:xfrm>
          <a:prstGeom prst="rect">
            <a:avLst/>
          </a:prstGeom>
          <a:solidFill>
            <a:srgbClr val="1A3A3A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960120"/>
            <a:ext cx="3794760" cy="109728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051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潜在意識（無意識）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1508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5166360" y="2331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人間の思考・行動を支配している割合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788920"/>
            <a:ext cx="3246120" cy="0"/>
          </a:xfrm>
          <a:prstGeom prst="line">
            <a:avLst/>
          </a:prstGeom>
          <a:noFill/>
          <a:ln w="12700">
            <a:solidFill>
              <a:srgbClr val="3A5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8803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感情・本能・習慣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身体の自律反応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幼少期からの記憶・信念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22860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76A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160520" y="2834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支配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なぜ、意識に反して身体が反応するのか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パニック発作・動悸・過呼吸——「怖くない」とわかっていても身体が反応してしまう。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それは「意志」の問題ではなく、潜在意識が自動的に反応しているからです。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965960"/>
            <a:ext cx="2651760" cy="260604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965960"/>
            <a:ext cx="2651760" cy="5029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965960"/>
            <a:ext cx="2505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過去の体験が記録される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072384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幼少期の恐怖体験・トラウマ・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強いストレスが潜在意識に刻まれる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71800" y="26517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976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651760" cy="260604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65960"/>
            <a:ext cx="2651760" cy="5029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965960"/>
            <a:ext cx="2505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578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自動プログラムが発動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3072384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似た状況になると潜在意識が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「危険だ」と判断し身体に指令を出す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0" y="26517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976A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80760" y="1965960"/>
            <a:ext cx="2651760" cy="260604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965960"/>
            <a:ext cx="2651760" cy="5029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1965960"/>
            <a:ext cx="2505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5786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意識より速く身体が動く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3072384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脳の扁桃体が0.1秒以下で反応。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「考える」より先に身体が動いてしまう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D2020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だから「頑張れ」「気合で乗り越えろ」は意味がない。潜在意識のプログラムを変えることが唯一の根本解決。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潜在意識のプログラムは「真の恐れ」を回避するために動いている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5661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表面の症状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パニック発作・動悸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人目が気になる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自信がない・声が出ない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身体の緊張・不眠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先延ばし・回避行動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76A"/>
                </a:solidFill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10896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根本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005840"/>
            <a:ext cx="2834640" cy="3566160"/>
          </a:xfrm>
          <a:prstGeom prst="rect">
            <a:avLst/>
          </a:prstGeom>
          <a:solidFill>
            <a:srgbClr val="1A3A3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0" y="1005840"/>
            <a:ext cx="2834640" cy="41148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005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真の恐れ（プログラム）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7764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「愛されないかもしれない」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7764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「拒絶されるかもしれない」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7764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「自分は価値がない」という信念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7764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「失敗したら終わり」という恐怖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0" y="3291840"/>
            <a:ext cx="2468880" cy="0"/>
          </a:xfrm>
          <a:prstGeom prst="line">
            <a:avLst/>
          </a:prstGeom>
          <a:noFill/>
          <a:ln w="12700">
            <a:solidFill>
              <a:srgbClr val="B897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364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これを幼少期に「学習」した潜在意識が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危険を回避するために症状を出す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76A"/>
                </a:solidFill>
              </a:rPr>
              <a:t>→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7208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変化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52360" y="1005840"/>
            <a:ext cx="1463040" cy="3566160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52360" y="1005840"/>
            <a:ext cx="146304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1005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15087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真の恐れを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書き換えると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症状・現実が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すべて変わる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0" y="338328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戻らない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NLPはどんな場所で使われているのか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NLP（神経言語プログラミング）とは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307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1970年代にアメリカで開発された心理療法。思考・感情・行動のパターンを変えることで、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人生のあらゆる問題を根本から解決する手法。世界100カ国以上で活用されている。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2697480" cy="118872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48840"/>
            <a:ext cx="64008" cy="11887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21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🏥 医療・心理療法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551176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PTSD・トラウマ治療、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摂食障害、恐怖症の改善に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臨床現場で活用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2697480" cy="118872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148840"/>
            <a:ext cx="64008" cy="11887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221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企業・組織開発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2551176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Google・NASA・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米軍など世界的機関が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リーダー研修に採用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2148840"/>
            <a:ext cx="2697480" cy="118872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148840"/>
            <a:ext cx="64008" cy="11887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221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スポーツ心理学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2551176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オリンピック選手・プロスポーツ選手の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メンタルトレーニングに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公式採用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2697480" cy="118872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20440"/>
            <a:ext cx="64008" cy="11887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93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教育現場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922776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学習障害・不登校支援、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教師のコミュニケーション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改善に活用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520440"/>
            <a:ext cx="2697480" cy="118872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520440"/>
            <a:ext cx="64008" cy="11887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593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💼 ビジネス・営業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37560" y="3922776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交渉術・プレゼン力向上、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リーダーシップ開発で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世界中の企業が導入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3520440"/>
            <a:ext cx="2697480" cy="1188720"/>
          </a:xfrm>
          <a:prstGeom prst="rect">
            <a:avLst/>
          </a:prstGeom>
          <a:solidFill>
            <a:srgbClr val="2240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520440"/>
            <a:ext cx="64008" cy="118872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593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コーチング・自己啓発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17920" y="3922776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Tony Robbinsをはじめ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世界的コーチが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NLPをベースに活動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その辺のコーチとは違う理由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560320" cy="3749040"/>
          </a:xfrm>
          <a:prstGeom prst="rect">
            <a:avLst/>
          </a:prstGeom>
          <a:solidFill>
            <a:srgbClr val="1A3A3A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elegant-sleepy-wozniak/mnt/myhp/profile-n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256032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小松 大将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DAISUKE KOMATSU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4041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Na'au Noa 代表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63240" y="1005840"/>
            <a:ext cx="57607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63240" y="1005840"/>
            <a:ext cx="64008" cy="1170432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1" name="Text 8"/>
          <p:cNvSpPr/>
          <p:nvPr/>
        </p:nvSpPr>
        <p:spPr>
          <a:xfrm>
            <a:off x="324612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資格・専門性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46120" y="1408176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米国統合心理学協会（AIP）認定メンタルシフトコーチ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NLP・潜在意識の書き換えメソッド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古代ハワイの智慧（ホ・オポノポノ系）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63240" y="2286000"/>
            <a:ext cx="57607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63240" y="2286000"/>
            <a:ext cx="64008" cy="1170432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5" name="Text 12"/>
          <p:cNvSpPr/>
          <p:nvPr/>
        </p:nvSpPr>
        <p:spPr>
          <a:xfrm>
            <a:off x="3246120" y="23591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💪  自分自身が経験者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246120" y="2688336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10年間のパニック障害を克服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適応障害・自律神経失調を経験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公務員から独立。過重労働から自由な人生へ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63240" y="3566160"/>
            <a:ext cx="57607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063240" y="3566160"/>
            <a:ext cx="64008" cy="1170432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19" name="Text 16"/>
          <p:cNvSpPr/>
          <p:nvPr/>
        </p:nvSpPr>
        <p:spPr>
          <a:xfrm>
            <a:off x="3246120" y="36393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 実績・クライアントの変化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246120" y="3968496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パニック・動悸・恐怖症が1回で消えた事例多数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自己肯定感・人間関係・仕事の変化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セッション後「一瞬で感じ方が変わった」の声が続出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976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まず、あなたの「真の恐れ」を一緒に見つけましょう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潜在意識が変われば、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すべての問題は消える。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一回の書き換えで99%戻ることはありません。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3063240"/>
            <a:ext cx="6400800" cy="1508760"/>
          </a:xfrm>
          <a:prstGeom prst="rect">
            <a:avLst/>
          </a:prstGeom>
          <a:solidFill>
            <a:srgbClr val="B8976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無料個別相談（60分・Zoom）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54787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まずはお気軽に話しましょう。茅ヶ崎に来る必要はありません。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全国どこからでもオンライン（Zoom）で受けられます。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naau-noa.vercel.app/booking.html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潜在意識が変われば、すべてが変わる</dc:title>
  <dc:subject>PptxGenJS Presentation</dc:subject>
  <dc:creator>PptxGenJS</dc:creator>
  <cp:lastModifiedBy>PptxGenJS</cp:lastModifiedBy>
  <cp:revision>1</cp:revision>
  <dcterms:created xsi:type="dcterms:W3CDTF">2026-05-17T06:57:02Z</dcterms:created>
  <dcterms:modified xsi:type="dcterms:W3CDTF">2026-05-17T06:57:02Z</dcterms:modified>
</cp:coreProperties>
</file>